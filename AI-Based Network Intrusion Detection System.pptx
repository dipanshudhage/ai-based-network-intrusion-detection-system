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E5F7"/>
    <a:srgbClr val="64CAE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44BBE-2139-4BB0-A92A-8DBFE0B90232}" v="16" dt="2026-01-14T12:47:21.87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chi Dhage" userId="699745aff87232ca" providerId="LiveId" clId="{4444CDE8-0A01-49BD-9F22-109F9F69458D}"/>
    <pc:docChg chg="undo custSel modSld">
      <pc:chgData name="Prachi Dhage" userId="699745aff87232ca" providerId="LiveId" clId="{4444CDE8-0A01-49BD-9F22-109F9F69458D}" dt="2026-01-14T12:47:36.476" v="165" actId="1076"/>
      <pc:docMkLst>
        <pc:docMk/>
      </pc:docMkLst>
      <pc:sldChg chg="delSp modSp mod">
        <pc:chgData name="Prachi Dhage" userId="699745aff87232ca" providerId="LiveId" clId="{4444CDE8-0A01-49BD-9F22-109F9F69458D}" dt="2026-01-09T04:37:36.068" v="22" actId="478"/>
        <pc:sldMkLst>
          <pc:docMk/>
          <pc:sldMk cId="1341901065" sldId="302"/>
        </pc:sldMkLst>
        <pc:picChg chg="mod modCrop">
          <ac:chgData name="Prachi Dhage" userId="699745aff87232ca" providerId="LiveId" clId="{4444CDE8-0A01-49BD-9F22-109F9F69458D}" dt="2026-01-09T04:37:17.577" v="20" actId="1076"/>
          <ac:picMkLst>
            <pc:docMk/>
            <pc:sldMk cId="1341901065" sldId="302"/>
            <ac:picMk id="4" creationId="{8AACB74C-AC04-332B-D477-6FD033B618FD}"/>
          </ac:picMkLst>
        </pc:picChg>
      </pc:sldChg>
      <pc:sldChg chg="addSp delSp modSp mod">
        <pc:chgData name="Prachi Dhage" userId="699745aff87232ca" providerId="LiveId" clId="{4444CDE8-0A01-49BD-9F22-109F9F69458D}" dt="2026-01-09T05:00:38.117" v="140"/>
        <pc:sldMkLst>
          <pc:docMk/>
          <pc:sldMk cId="3401748718" sldId="304"/>
        </pc:sldMkLst>
        <pc:spChg chg="add mod">
          <ac:chgData name="Prachi Dhage" userId="699745aff87232ca" providerId="LiveId" clId="{4444CDE8-0A01-49BD-9F22-109F9F69458D}" dt="2026-01-09T04:56:29.410" v="115"/>
          <ac:spMkLst>
            <pc:docMk/>
            <pc:sldMk cId="3401748718" sldId="304"/>
            <ac:spMk id="4" creationId="{E36DCF1D-6467-FDBA-5EFF-CD2D45B97C0B}"/>
          </ac:spMkLst>
        </pc:spChg>
        <pc:spChg chg="add mod">
          <ac:chgData name="Prachi Dhage" userId="699745aff87232ca" providerId="LiveId" clId="{4444CDE8-0A01-49BD-9F22-109F9F69458D}" dt="2026-01-09T05:00:38.117" v="140"/>
          <ac:spMkLst>
            <pc:docMk/>
            <pc:sldMk cId="3401748718" sldId="304"/>
            <ac:spMk id="5" creationId="{4CDA3923-2630-E97F-2E5F-7D01454ABCE7}"/>
          </ac:spMkLst>
        </pc:spChg>
        <pc:picChg chg="add mod modCrop">
          <ac:chgData name="Prachi Dhage" userId="699745aff87232ca" providerId="LiveId" clId="{4444CDE8-0A01-49BD-9F22-109F9F69458D}" dt="2026-01-09T04:55:01.892" v="110" actId="732"/>
          <ac:picMkLst>
            <pc:docMk/>
            <pc:sldMk cId="3401748718" sldId="304"/>
            <ac:picMk id="3" creationId="{D453A650-5FE4-7B22-CC90-CB8541E11CC8}"/>
          </ac:picMkLst>
        </pc:picChg>
      </pc:sldChg>
      <pc:sldChg chg="modSp mod">
        <pc:chgData name="Prachi Dhage" userId="699745aff87232ca" providerId="LiveId" clId="{4444CDE8-0A01-49BD-9F22-109F9F69458D}" dt="2026-01-09T05:02:55.522" v="160" actId="1036"/>
        <pc:sldMkLst>
          <pc:docMk/>
          <pc:sldMk cId="3696770303" sldId="315"/>
        </pc:sldMkLst>
        <pc:picChg chg="mod modCrop">
          <ac:chgData name="Prachi Dhage" userId="699745aff87232ca" providerId="LiveId" clId="{4444CDE8-0A01-49BD-9F22-109F9F69458D}" dt="2026-01-09T05:02:55.522" v="160" actId="1036"/>
          <ac:picMkLst>
            <pc:docMk/>
            <pc:sldMk cId="3696770303" sldId="315"/>
            <ac:picMk id="4" creationId="{D2F98B62-27CC-F6EF-EC4E-546667CDF968}"/>
          </ac:picMkLst>
        </pc:picChg>
      </pc:sldChg>
      <pc:sldChg chg="modSp mod">
        <pc:chgData name="Prachi Dhage" userId="699745aff87232ca" providerId="LiveId" clId="{4444CDE8-0A01-49BD-9F22-109F9F69458D}" dt="2026-01-09T04:39:08.610" v="29" actId="14100"/>
        <pc:sldMkLst>
          <pc:docMk/>
          <pc:sldMk cId="3098548442" sldId="327"/>
        </pc:sldMkLst>
        <pc:picChg chg="mod modCrop">
          <ac:chgData name="Prachi Dhage" userId="699745aff87232ca" providerId="LiveId" clId="{4444CDE8-0A01-49BD-9F22-109F9F69458D}" dt="2026-01-09T04:39:08.610" v="29" actId="14100"/>
          <ac:picMkLst>
            <pc:docMk/>
            <pc:sldMk cId="3098548442" sldId="327"/>
            <ac:picMk id="7" creationId="{54BA88DD-F630-DEBC-246A-53E39BB60132}"/>
          </ac:picMkLst>
        </pc:picChg>
      </pc:sldChg>
      <pc:sldChg chg="modSp mod">
        <pc:chgData name="Prachi Dhage" userId="699745aff87232ca" providerId="LiveId" clId="{4444CDE8-0A01-49BD-9F22-109F9F69458D}" dt="2026-01-09T04:41:55.962" v="42" actId="1076"/>
        <pc:sldMkLst>
          <pc:docMk/>
          <pc:sldMk cId="48075006" sldId="329"/>
        </pc:sldMkLst>
        <pc:picChg chg="mod">
          <ac:chgData name="Prachi Dhage" userId="699745aff87232ca" providerId="LiveId" clId="{4444CDE8-0A01-49BD-9F22-109F9F69458D}" dt="2026-01-09T04:41:55.962" v="42" actId="1076"/>
          <ac:picMkLst>
            <pc:docMk/>
            <pc:sldMk cId="48075006" sldId="329"/>
            <ac:picMk id="5" creationId="{0FA7DA5B-EA0E-14CF-51CF-BAE36B7597E8}"/>
          </ac:picMkLst>
        </pc:picChg>
      </pc:sldChg>
      <pc:sldChg chg="modSp mod modAnim">
        <pc:chgData name="Prachi Dhage" userId="699745aff87232ca" providerId="LiveId" clId="{4444CDE8-0A01-49BD-9F22-109F9F69458D}" dt="2026-01-14T12:47:36.476" v="165" actId="1076"/>
        <pc:sldMkLst>
          <pc:docMk/>
          <pc:sldMk cId="1604013440" sldId="338"/>
        </pc:sldMkLst>
        <pc:spChg chg="mod">
          <ac:chgData name="Prachi Dhage" userId="699745aff87232ca" providerId="LiveId" clId="{4444CDE8-0A01-49BD-9F22-109F9F69458D}" dt="2026-01-14T12:47:36.476" v="165" actId="1076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Prachi Dhage" userId="699745aff87232ca" providerId="LiveId" clId="{4444CDE8-0A01-49BD-9F22-109F9F69458D}" dt="2026-01-09T05:01:18.323" v="142" actId="1076"/>
          <ac:spMkLst>
            <pc:docMk/>
            <pc:sldMk cId="1604013440" sldId="338"/>
            <ac:spMk id="4" creationId="{92056599-CDAA-4367-BEF8-31D6E32518C8}"/>
          </ac:spMkLst>
        </pc:spChg>
      </pc:sldChg>
      <pc:sldChg chg="addSp delSp modSp mod delAnim modAnim">
        <pc:chgData name="Prachi Dhage" userId="699745aff87232ca" providerId="LiveId" clId="{4444CDE8-0A01-49BD-9F22-109F9F69458D}" dt="2026-01-09T04:52:29.249" v="105" actId="1036"/>
        <pc:sldMkLst>
          <pc:docMk/>
          <pc:sldMk cId="1086225493" sldId="339"/>
        </pc:sldMkLst>
        <pc:spChg chg="add mod">
          <ac:chgData name="Prachi Dhage" userId="699745aff87232ca" providerId="LiveId" clId="{4444CDE8-0A01-49BD-9F22-109F9F69458D}" dt="2026-01-09T04:52:21.284" v="103" actId="14100"/>
          <ac:spMkLst>
            <pc:docMk/>
            <pc:sldMk cId="1086225493" sldId="339"/>
            <ac:spMk id="12" creationId="{561926B5-7282-CBEE-62A5-20E0740D4B92}"/>
          </ac:spMkLst>
        </pc:spChg>
        <pc:spChg chg="add mod">
          <ac:chgData name="Prachi Dhage" userId="699745aff87232ca" providerId="LiveId" clId="{4444CDE8-0A01-49BD-9F22-109F9F69458D}" dt="2026-01-09T04:52:29.249" v="105" actId="1036"/>
          <ac:spMkLst>
            <pc:docMk/>
            <pc:sldMk cId="1086225493" sldId="339"/>
            <ac:spMk id="13" creationId="{3D14C628-60F1-C404-E72D-7309612C97E5}"/>
          </ac:spMkLst>
        </pc:spChg>
        <pc:picChg chg="add mod modCrop">
          <ac:chgData name="Prachi Dhage" userId="699745aff87232ca" providerId="LiveId" clId="{4444CDE8-0A01-49BD-9F22-109F9F69458D}" dt="2026-01-09T04:46:52.404" v="66" actId="1076"/>
          <ac:picMkLst>
            <pc:docMk/>
            <pc:sldMk cId="1086225493" sldId="339"/>
            <ac:picMk id="9" creationId="{F3B50D32-573E-E942-E03C-127DF916815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1/14/2026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huggingface.co/spaces/anshu91/AI-Based-Network-Intrusion-Detection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8024" y="4741404"/>
            <a:ext cx="4725956" cy="861498"/>
          </a:xfrm>
        </p:spPr>
        <p:txBody>
          <a:bodyPr>
            <a:noAutofit/>
          </a:bodyPr>
          <a:lstStyle/>
          <a:p>
            <a:pPr algn="r"/>
            <a:r>
              <a:rPr lang="en-US" sz="1800" b="0" dirty="0">
                <a:solidFill>
                  <a:schemeClr val="tx1"/>
                </a:solidFill>
              </a:rPr>
              <a:t>DIPANSHU DHAGE</a:t>
            </a:r>
          </a:p>
          <a:p>
            <a:pPr algn="r"/>
            <a:r>
              <a:rPr lang="en-US" sz="1800" b="0" dirty="0">
                <a:solidFill>
                  <a:schemeClr val="tx1"/>
                </a:solidFill>
              </a:rPr>
              <a:t>dipanshu9131@gmail.com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800267"/>
            <a:ext cx="4949385" cy="1933618"/>
          </a:xfrm>
        </p:spPr>
        <p:txBody>
          <a:bodyPr>
            <a:noAutofit/>
          </a:bodyPr>
          <a:lstStyle/>
          <a:p>
            <a:r>
              <a:rPr lang="en-US" sz="4000" b="1" dirty="0"/>
              <a:t>AI-Based Network Intrusion Detection System</a:t>
            </a:r>
            <a:br>
              <a:rPr lang="en-US" sz="4000" b="1" dirty="0"/>
            </a:br>
            <a:br>
              <a:rPr lang="en-US" sz="4000" dirty="0"/>
            </a:br>
            <a:endParaRPr lang="en-IN" sz="4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BA88DD-F630-DEBC-246A-53E39BB60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" b="-757"/>
          <a:stretch>
            <a:fillRect/>
          </a:stretch>
        </p:blipFill>
        <p:spPr>
          <a:xfrm>
            <a:off x="754602" y="1502228"/>
            <a:ext cx="6579259" cy="480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385337"/>
            <a:ext cx="6276109" cy="855636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F98B62-27CC-F6EF-EC4E-546667CDF9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3"/>
          <a:stretch>
            <a:fillRect/>
          </a:stretch>
        </p:blipFill>
        <p:spPr>
          <a:xfrm>
            <a:off x="467359" y="1148373"/>
            <a:ext cx="7901138" cy="50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43" y="652683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A7DA5B-EA0E-14CF-51CF-BAE36B759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043" y="1641936"/>
            <a:ext cx="8528643" cy="38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CB74C-AC04-332B-D477-6FD033B618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07"/>
          <a:stretch>
            <a:fillRect/>
          </a:stretch>
        </p:blipFill>
        <p:spPr>
          <a:xfrm>
            <a:off x="660399" y="1380975"/>
            <a:ext cx="8774107" cy="40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B50D32-573E-E942-E03C-127DF9168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2" t="4236" r="2867"/>
          <a:stretch>
            <a:fillRect/>
          </a:stretch>
        </p:blipFill>
        <p:spPr>
          <a:xfrm>
            <a:off x="675957" y="1105998"/>
            <a:ext cx="7563315" cy="447663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1926B5-7282-CBEE-62A5-20E0740D4B92}"/>
              </a:ext>
            </a:extLst>
          </p:cNvPr>
          <p:cNvSpPr/>
          <p:nvPr/>
        </p:nvSpPr>
        <p:spPr>
          <a:xfrm>
            <a:off x="675957" y="5683178"/>
            <a:ext cx="7563314" cy="894603"/>
          </a:xfrm>
          <a:prstGeom prst="roundRect">
            <a:avLst/>
          </a:prstGeom>
          <a:solidFill>
            <a:srgbClr val="B0E5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4C628-60F1-C404-E72D-7309612C97E5}"/>
              </a:ext>
            </a:extLst>
          </p:cNvPr>
          <p:cNvSpPr txBox="1"/>
          <p:nvPr/>
        </p:nvSpPr>
        <p:spPr>
          <a:xfrm>
            <a:off x="757078" y="5706760"/>
            <a:ext cx="727587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Experience It Live</a:t>
            </a:r>
          </a:p>
          <a:p>
            <a:r>
              <a:rPr lang="en-US" sz="1600" b="1" dirty="0"/>
              <a:t>Explore the working demo:</a:t>
            </a:r>
          </a:p>
          <a:p>
            <a:r>
              <a:rPr lang="en-US" sz="1400" dirty="0"/>
              <a:t>https://huggingface.co/spaces/anshu91/AI-Based-Network-Intrusion-Detection-System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53A650-5FE4-7B22-CC90-CB8541E11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50"/>
          <a:stretch>
            <a:fillRect/>
          </a:stretch>
        </p:blipFill>
        <p:spPr>
          <a:xfrm>
            <a:off x="1019028" y="971207"/>
            <a:ext cx="7572335" cy="4915586"/>
          </a:xfrm>
          <a:prstGeom prst="rect">
            <a:avLst/>
          </a:prstGeom>
        </p:spPr>
      </p:pic>
      <p:sp>
        <p:nvSpPr>
          <p:cNvPr id="4" name="Rectangle: Rounded Corners 3">
            <a:hlinkClick r:id="rId4"/>
            <a:extLst>
              <a:ext uri="{FF2B5EF4-FFF2-40B4-BE49-F238E27FC236}">
                <a16:creationId xmlns:a16="http://schemas.microsoft.com/office/drawing/2014/main" id="{E36DCF1D-6467-FDBA-5EFF-CD2D45B97C0B}"/>
              </a:ext>
            </a:extLst>
          </p:cNvPr>
          <p:cNvSpPr/>
          <p:nvPr/>
        </p:nvSpPr>
        <p:spPr>
          <a:xfrm>
            <a:off x="1460942" y="5016064"/>
            <a:ext cx="2223156" cy="620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4CDA3923-2630-E97F-2E5F-7D01454ABCE7}"/>
              </a:ext>
            </a:extLst>
          </p:cNvPr>
          <p:cNvSpPr txBox="1"/>
          <p:nvPr/>
        </p:nvSpPr>
        <p:spPr>
          <a:xfrm>
            <a:off x="1640208" y="5141802"/>
            <a:ext cx="190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 Live 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649</TotalTime>
  <Words>53</Words>
  <Application>Microsoft Office PowerPoint</Application>
  <PresentationFormat>Widescreen</PresentationFormat>
  <Paragraphs>15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AI-Based Network Intrusion Detection System  </vt:lpstr>
      <vt:lpstr>PROBLEM  STATEMENT</vt:lpstr>
      <vt:lpstr>Project Description </vt:lpstr>
      <vt:lpstr>WHO ARE THE END USERS?</vt:lpstr>
      <vt:lpstr>Technology Used</vt:lpstr>
      <vt:lpstr>RESULTS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Prachi Dhage</cp:lastModifiedBy>
  <cp:revision>74</cp:revision>
  <dcterms:created xsi:type="dcterms:W3CDTF">2021-07-11T13:13:15Z</dcterms:created>
  <dcterms:modified xsi:type="dcterms:W3CDTF">2026-01-14T12:47:43Z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